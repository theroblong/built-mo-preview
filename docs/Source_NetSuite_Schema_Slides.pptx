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Schema.sql supplied by the user in this conversation.
- Source_NetSuite_ns2_Schema_Documentation_v2.docx generated from the supplied schema.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Schema.sql supplied by the user in this conversation.
- Source_NetSuite_ns2_ERD_by_Subject_Area.png generated from the supplied ns2 schema structure and documented inferred relationships.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Source_NetSuite | ns2 schema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789920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bb-db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Source_NetSuite ns2: what the schema export tells us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A structural blueprint for BI modeling, migration planning, and source-system discovery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1874520" cy="987552"/>
          </a:xfrm>
          <a:prstGeom prst="roundRect">
            <a:avLst>
              <a:gd name="adj" fmla="val 4630"/>
            </a:avLst>
          </a:prstGeom>
          <a:solidFill>
            <a:srgbClr val="EAF2F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27048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4E78"/>
                </a:solidFill>
              </a:rPr>
              <a:t>57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58368" y="1938528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ns2 tables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87752" y="1399032"/>
            <a:ext cx="1874520" cy="987552"/>
          </a:xfrm>
          <a:prstGeom prst="roundRect">
            <a:avLst>
              <a:gd name="adj" fmla="val 4630"/>
            </a:avLst>
          </a:prstGeom>
          <a:solidFill>
            <a:srgbClr val="DFF1E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79192" y="1527048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4E78"/>
                </a:solidFill>
              </a:rPr>
              <a:t>3,089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697480" y="1938528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documented columns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1399032"/>
            <a:ext cx="1874520" cy="987552"/>
          </a:xfrm>
          <a:prstGeom prst="roundRect">
            <a:avLst>
              <a:gd name="adj" fmla="val 4630"/>
            </a:avLst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18304" y="1527048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4E78"/>
                </a:solidFill>
              </a:rPr>
              <a:t>24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736592" y="1938528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stored procedures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65976" y="1399032"/>
            <a:ext cx="1874520" cy="987552"/>
          </a:xfrm>
          <a:prstGeom prst="roundRect">
            <a:avLst>
              <a:gd name="adj" fmla="val 4630"/>
            </a:avLst>
          </a:prstGeom>
          <a:solidFill>
            <a:srgbClr val="FCE4D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57416" y="1527048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4E78"/>
                </a:solidFill>
              </a:rPr>
              <a:t>19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775704" y="1938528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indexes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05088" y="1399032"/>
            <a:ext cx="1874520" cy="987552"/>
          </a:xfrm>
          <a:prstGeom prst="roundRect">
            <a:avLst>
              <a:gd name="adj" fmla="val 4630"/>
            </a:avLst>
          </a:prstGeom>
          <a:solidFill>
            <a:srgbClr val="E8E1F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96528" y="1527048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4E78"/>
                </a:solidFill>
              </a:rPr>
              <a:t>6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814816" y="1938528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declared primary keys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2697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</a:rPr>
              <a:t>Six business subject areas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127248"/>
            <a:ext cx="2176272" cy="548640"/>
          </a:xfrm>
          <a:prstGeom prst="roundRect">
            <a:avLst>
              <a:gd name="adj" fmla="val 5000"/>
            </a:avLst>
          </a:prstGeom>
          <a:solidFill>
            <a:srgbClr val="DCE6F1"/>
          </a:solidFill>
          <a:ln w="10160">
            <a:solidFill>
              <a:srgbClr val="AAB7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27832"/>
            <a:ext cx="195681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Transactions &amp; Orders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99232" y="3127248"/>
            <a:ext cx="2176272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0160">
            <a:solidFill>
              <a:srgbClr val="AAB7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227832"/>
            <a:ext cx="195681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Customers &amp; Parties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49824" y="3127248"/>
            <a:ext cx="2176272" cy="54864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 w="10160">
            <a:solidFill>
              <a:srgbClr val="AAB7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3227832"/>
            <a:ext cx="195681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Items, BOM &amp; Manufacturing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04488"/>
            <a:ext cx="2176272" cy="548640"/>
          </a:xfrm>
          <a:prstGeom prst="roundRect">
            <a:avLst>
              <a:gd name="adj" fmla="val 5000"/>
            </a:avLst>
          </a:prstGeom>
          <a:solidFill>
            <a:srgbClr val="FCE4D6"/>
          </a:solidFill>
          <a:ln w="10160">
            <a:solidFill>
              <a:srgbClr val="AAB7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005072"/>
            <a:ext cx="195681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Inventory &amp; Locations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99232" y="3904488"/>
            <a:ext cx="2176272" cy="548640"/>
          </a:xfrm>
          <a:prstGeom prst="roundRect">
            <a:avLst>
              <a:gd name="adj" fmla="val 5000"/>
            </a:avLst>
          </a:prstGeom>
          <a:solidFill>
            <a:srgbClr val="E4DFEC"/>
          </a:solidFill>
          <a:ln w="10160">
            <a:solidFill>
              <a:srgbClr val="AAB7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4005072"/>
            <a:ext cx="195681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Finance &amp; Accounting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49824" y="3904488"/>
            <a:ext cx="2176272" cy="548640"/>
          </a:xfrm>
          <a:prstGeom prst="roundRect">
            <a:avLst>
              <a:gd name="adj" fmla="val 5000"/>
            </a:avLst>
          </a:prstGeom>
          <a:solidFill>
            <a:srgbClr val="DDEBF7"/>
          </a:solidFill>
          <a:ln w="10160">
            <a:solidFill>
              <a:srgbClr val="AAB7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4005072"/>
            <a:ext cx="195681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Reference &amp; Classification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19872" y="2697480"/>
            <a:ext cx="3511296" cy="1984248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5240">
            <a:solidFill>
              <a:srgbClr val="2F75B5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39328" y="29077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</a:rPr>
              <a:t>Key modeling implication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39328" y="3364992"/>
            <a:ext cx="30358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4708"/>
                </a:solidFill>
              </a:rPr>
              <a:t>No explicit ns2-to-ns2 foreign keys were found in the script.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39328" y="3877056"/>
            <a:ext cx="301752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The ERD therefore shows logical relationship candidates. Before production use, validate key uniqueness, cardinality, nulls, and unmatched records.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48640" y="49834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Team takeaway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057400" y="4910328"/>
            <a:ext cx="91440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Use the schema document as the full technical reference, and use the ERD as the discussion map for selecting correct join paths and defining Power BI model grain.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ERD by subject area: how to read the ns2 landscape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Boxes are tables; dashed arrows are inferred logical joins, not enforced SQL Server foreign keys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8458200" cy="5074920"/>
          </a:xfrm>
          <a:prstGeom prst="roundRect">
            <a:avLst>
              <a:gd name="adj" fmla="val 54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5" name="Image 0" descr="/mnt/data/Source_NetSuite_ns2_ERD_by_Subject_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1234440"/>
            <a:ext cx="726948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25712" y="1133856"/>
            <a:ext cx="2578608" cy="507492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45168" y="139903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</a:rPr>
              <a:t>How to explain it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0" y="1874520"/>
            <a:ext cx="2139696" cy="2505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The ERD is a visual map of how NetSuite data is organized.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Subject areas reduce 57 tables into understandable business domains.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Hub tables such as transaction, transactionLine, item, Customer, and Location support many reporting paths.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The map guides join design, but each relationship still requires data validation.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326880" y="4700016"/>
            <a:ext cx="2157984" cy="1115568"/>
          </a:xfrm>
          <a:prstGeom prst="roundRect">
            <a:avLst>
              <a:gd name="adj" fmla="val 2459"/>
            </a:avLst>
          </a:prstGeom>
          <a:solidFill>
            <a:srgbClr val="EAF2F8"/>
          </a:solidFill>
          <a:ln w="10160">
            <a:solidFill>
              <a:srgbClr val="2F75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91472" y="486460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E78"/>
                </a:solidFill>
              </a:rPr>
              <a:t>Suggested presentation line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473184" y="5193792"/>
            <a:ext cx="187452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i="1" dirty="0">
                <a:solidFill>
                  <a:srgbClr val="1F2937"/>
                </a:solidFill>
              </a:rPr>
              <a:t>“This ERD gives us a shared blueprint for understanding join paths before we build reports, integrations, or migration logic.”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Built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Source_NetSuite ns2 Schema Overview</dc:title>
  <dc:subject>Source_NetSuite ns2 schema overview</dc:subject>
  <dc:creator>Ebad Hashemi</dc:creator>
  <cp:lastModifiedBy>Ebad Hashemi</cp:lastModifiedBy>
  <cp:revision>2</cp:revision>
  <dcterms:created xsi:type="dcterms:W3CDTF">2026-09-15T15:34:32Z</dcterms:created>
  <dcterms:modified xsi:type="dcterms:W3CDTF">2026-09-15T15:36:03Z</dcterms:modified>
</cp:coreProperties>
</file>